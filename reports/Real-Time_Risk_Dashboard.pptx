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73" r:id="rId10"/>
    <p:sldId id="263" r:id="rId11"/>
    <p:sldId id="274" r:id="rId12"/>
    <p:sldId id="264" r:id="rId13"/>
    <p:sldId id="265" r:id="rId14"/>
    <p:sldId id="276" r:id="rId15"/>
    <p:sldId id="266" r:id="rId16"/>
    <p:sldId id="267" r:id="rId17"/>
    <p:sldId id="268" r:id="rId18"/>
    <p:sldId id="269" r:id="rId19"/>
    <p:sldId id="270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E5D6"/>
    <a:srgbClr val="E0D2D7"/>
    <a:srgbClr val="0A0F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20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9A6087-765C-4C5A-A978-C6141A677F6B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5E91BB-36F3-43AE-8669-51AF3ED3F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578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5E91BB-36F3-43AE-8669-51AF3ED3FAC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952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158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993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087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64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47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412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684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49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15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995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10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4827247" y="8775539"/>
            <a:ext cx="1428753" cy="368461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490200" y="8534400"/>
            <a:ext cx="5737711" cy="571501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827247" y="8737439"/>
            <a:ext cx="1428753" cy="368461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0490200" y="8534400"/>
            <a:ext cx="5737711" cy="571501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827247" y="8737439"/>
            <a:ext cx="1428753" cy="368461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490200" y="8534400"/>
            <a:ext cx="5737711" cy="571501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827247" y="8775539"/>
            <a:ext cx="1428753" cy="368461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827247" y="8737439"/>
            <a:ext cx="1428753" cy="368461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0490200" y="8839200"/>
            <a:ext cx="5737711" cy="266701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05400"/>
            <a:ext cx="16256000" cy="402989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7117"/>
            <a:ext cx="16256000" cy="3768683"/>
          </a:xfrm>
          <a:prstGeom prst="rect">
            <a:avLst/>
          </a:prstGeom>
        </p:spPr>
      </p:pic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469753" y="-152400"/>
            <a:ext cx="537274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kumimoji="0" lang="en-US" altLang="en-US" sz="30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95% all stocks (ranked) 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2413000" y="4495800"/>
            <a:ext cx="11049000" cy="762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vs Parametric vs Monte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Carlo comparison</a:t>
            </a:r>
            <a:endParaRPr lang="en-US" sz="30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562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827247" y="8737439"/>
            <a:ext cx="1428753" cy="368461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0414000" y="8737439"/>
            <a:ext cx="5813911" cy="368462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912061" y="3080913"/>
            <a:ext cx="4285927" cy="76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CAGR all stocks</a:t>
            </a:r>
            <a:endParaRPr lang="en-US" sz="32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Content Placeholder 8"/>
          <p:cNvSpPr txBox="1">
            <a:spLocks/>
          </p:cNvSpPr>
          <p:nvPr/>
        </p:nvSpPr>
        <p:spPr>
          <a:xfrm>
            <a:off x="4901005" y="6135670"/>
            <a:ext cx="3977939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Char char="•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 all stocks</a:t>
            </a:r>
            <a:endParaRPr lang="en-US" sz="32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824" y="3589816"/>
            <a:ext cx="10287000" cy="25458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824" y="609601"/>
            <a:ext cx="10287000" cy="23621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824" y="6675568"/>
            <a:ext cx="10287000" cy="2286000"/>
          </a:xfrm>
          <a:prstGeom prst="rect">
            <a:avLst/>
          </a:prstGeom>
        </p:spPr>
      </p:pic>
      <p:sp>
        <p:nvSpPr>
          <p:cNvPr id="10" name="Content Placeholder 8"/>
          <p:cNvSpPr txBox="1">
            <a:spLocks/>
          </p:cNvSpPr>
          <p:nvPr/>
        </p:nvSpPr>
        <p:spPr>
          <a:xfrm>
            <a:off x="4927600" y="26156"/>
            <a:ext cx="4285927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Char char="•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Sharpe Ratio all stocks</a:t>
            </a:r>
            <a:endParaRPr lang="en-US" sz="32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984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827247" y="8737439"/>
            <a:ext cx="1428753" cy="368461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8"/>
          <p:cNvSpPr txBox="1">
            <a:spLocks/>
          </p:cNvSpPr>
          <p:nvPr/>
        </p:nvSpPr>
        <p:spPr>
          <a:xfrm>
            <a:off x="5308600" y="0"/>
            <a:ext cx="4285927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Char char="•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backtesting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</a:t>
            </a:r>
            <a:endParaRPr lang="en-US" sz="32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0"/>
            <a:ext cx="16256000" cy="845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381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827247" y="8737439"/>
            <a:ext cx="1428753" cy="368461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812800" y="8737439"/>
            <a:ext cx="5029200" cy="368461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827247" y="8737439"/>
            <a:ext cx="1428753" cy="368461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0490200" y="8737440"/>
            <a:ext cx="5737711" cy="368462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805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827247" y="8737439"/>
            <a:ext cx="1428753" cy="368461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0490200" y="8839200"/>
            <a:ext cx="5737711" cy="266701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642601" y="8737439"/>
            <a:ext cx="5613400" cy="368461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827247" y="8737439"/>
            <a:ext cx="1428753" cy="368461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232400" y="8735646"/>
            <a:ext cx="5791200" cy="368461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861801" y="8737439"/>
            <a:ext cx="4394200" cy="368461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827247" y="8737439"/>
            <a:ext cx="1428753" cy="368461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613400" y="8737439"/>
            <a:ext cx="10642601" cy="368461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</TotalTime>
  <Words>30</Words>
  <Application>Microsoft Office PowerPoint</Application>
  <PresentationFormat>Custom</PresentationFormat>
  <Paragraphs>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VaR 95% all stocks (ranked)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user</cp:lastModifiedBy>
  <cp:revision>18</cp:revision>
  <dcterms:created xsi:type="dcterms:W3CDTF">2006-08-16T00:00:00Z</dcterms:created>
  <dcterms:modified xsi:type="dcterms:W3CDTF">2026-07-12T16:08:56Z</dcterms:modified>
</cp:coreProperties>
</file>